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0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9" r:id="rId10"/>
    <p:sldId id="263" r:id="rId11"/>
    <p:sldId id="271" r:id="rId12"/>
    <p:sldId id="265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30CC7-8040-4162-8342-BB180D82127D}" v="17" dt="2024-08-20T06:41:39.5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35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varani789/Yuvarani-TNSDC-FWD-D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10681335" cy="149399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dirty="0" smtClean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b="1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</a:t>
            </a:r>
            <a: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  <a:t/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spc="15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755332" y="1748790"/>
            <a:ext cx="9831876" cy="24759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755333" y="1909760"/>
            <a:ext cx="9226868" cy="26570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STUDENT </a:t>
            </a:r>
            <a:r>
              <a:rPr lang="en-US" sz="2400" b="1" dirty="0" smtClean="0"/>
              <a:t>NAME                            : YUVARANI</a:t>
            </a:r>
            <a:endParaRPr lang="en-US" sz="2400" b="1" dirty="0"/>
          </a:p>
          <a:p>
            <a:r>
              <a:rPr lang="en-US" sz="2400" b="1" dirty="0"/>
              <a:t>REGISTER NO AND </a:t>
            </a:r>
            <a:r>
              <a:rPr lang="en-US" sz="2400" b="1" dirty="0" smtClean="0"/>
              <a:t>NMID             :24132251802522057 AND </a:t>
            </a:r>
          </a:p>
          <a:p>
            <a:r>
              <a:rPr lang="en-US" sz="2400" b="1" dirty="0" smtClean="0"/>
              <a:t>                                                            asanm225anm22524132251802522057 </a:t>
            </a:r>
            <a:endParaRPr lang="en-US" sz="2400" b="1" dirty="0">
              <a:cs typeface="Calibri"/>
            </a:endParaRPr>
          </a:p>
          <a:p>
            <a:r>
              <a:rPr lang="en-US" sz="2400" b="1" dirty="0" smtClean="0"/>
              <a:t>DEPARTMENT                                  :</a:t>
            </a:r>
            <a:r>
              <a:rPr lang="en-US" sz="2400" b="1" dirty="0" err="1" smtClean="0"/>
              <a:t>B.Sc</a:t>
            </a:r>
            <a:r>
              <a:rPr lang="en-US" sz="2400" b="1" dirty="0" smtClean="0"/>
              <a:t> COMPUTER SCIENCE (II YEAR)</a:t>
            </a:r>
            <a:endParaRPr lang="en-US" sz="2400" b="1" dirty="0"/>
          </a:p>
          <a:p>
            <a:r>
              <a:rPr lang="en-US" sz="2400" b="1" dirty="0"/>
              <a:t>COLLEGE: COLLEGE/ </a:t>
            </a:r>
            <a:r>
              <a:rPr lang="en-US" sz="2400" b="1" dirty="0" smtClean="0"/>
              <a:t>UNIVERSITY:GOVERNMENT ARTS AND SCIENCE  COLLEGE/ANNAMALAI UNIVERSITY</a:t>
            </a:r>
            <a:endParaRPr lang="en-US" sz="2400" b="1" dirty="0"/>
          </a:p>
          <a:p>
            <a:r>
              <a:rPr lang="en-US" sz="2400" b="1" dirty="0"/>
              <a:t>           </a:t>
            </a:r>
            <a:endParaRPr lang="en-IN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2860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024255" y="3810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/>
              <a:t>PROJECT</a:t>
            </a:r>
            <a:r>
              <a:rPr sz="4250" spc="-85" dirty="0"/>
              <a:t> </a:t>
            </a:r>
            <a:r>
              <a:rPr sz="4250" spc="25" dirty="0"/>
              <a:t>TITLE</a:t>
            </a:r>
            <a:endParaRPr sz="425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447675" y="1676762"/>
            <a:ext cx="7315200" cy="276999"/>
          </a:xfrm>
        </p:spPr>
        <p:txBody>
          <a:bodyPr/>
          <a:lstStyle/>
          <a:p>
            <a:r>
              <a:rPr lang="en-US" b="1" dirty="0" smtClean="0"/>
              <a:t>A CREATIVE STUDENT PORTFOLIO USING FWD</a:t>
            </a:r>
            <a:endParaRPr lang="en-US" b="1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8600" y="385444"/>
            <a:ext cx="11208068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 dirty="0"/>
              <a:t>P</a:t>
            </a:r>
            <a:r>
              <a:rPr sz="4250" spc="15" dirty="0"/>
              <a:t>ROB</a:t>
            </a:r>
            <a:r>
              <a:rPr sz="4250" spc="55" dirty="0"/>
              <a:t>L</a:t>
            </a:r>
            <a:r>
              <a:rPr sz="4250" spc="-20" dirty="0"/>
              <a:t>E</a:t>
            </a:r>
            <a:r>
              <a:rPr sz="4250" spc="20" dirty="0"/>
              <a:t>M</a:t>
            </a:r>
            <a:r>
              <a:rPr sz="4250" dirty="0"/>
              <a:t>	</a:t>
            </a:r>
            <a:r>
              <a:rPr sz="4250" spc="10" dirty="0"/>
              <a:t>S</a:t>
            </a:r>
            <a:r>
              <a:rPr sz="4250" spc="-370" dirty="0"/>
              <a:t>T</a:t>
            </a:r>
            <a:r>
              <a:rPr sz="4250" spc="-375" dirty="0"/>
              <a:t>A</a:t>
            </a:r>
            <a:r>
              <a:rPr sz="4250" spc="15" dirty="0"/>
              <a:t>T</a:t>
            </a:r>
            <a:r>
              <a:rPr sz="4250" spc="-10" dirty="0"/>
              <a:t>E</a:t>
            </a:r>
            <a:r>
              <a:rPr sz="4250" spc="-20" dirty="0"/>
              <a:t>ME</a:t>
            </a:r>
            <a:r>
              <a:rPr sz="4250" spc="10" dirty="0"/>
              <a:t>NT</a:t>
            </a:r>
            <a:endParaRPr sz="425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228599" y="2095500"/>
            <a:ext cx="11734800" cy="990600"/>
          </a:xfrm>
        </p:spPr>
        <p:txBody>
          <a:bodyPr/>
          <a:lstStyle/>
          <a:p>
            <a:r>
              <a:rPr lang="en-US" b="1" dirty="0" smtClean="0"/>
              <a:t>IN TODAY’S COMPETITIVE ENVIRONMENT, STUDENTS NEED A PLATFORM TO SHOWCASE</a:t>
            </a:r>
          </a:p>
          <a:p>
            <a:r>
              <a:rPr lang="en-US" b="1" dirty="0" smtClean="0"/>
              <a:t>THEIR SKILLS,PROJECT,AND ACHIEVEMENTS. TRADITIONAL RESUMES AND PAPER CERTICATES ARE</a:t>
            </a:r>
          </a:p>
          <a:p>
            <a:r>
              <a:rPr lang="en-US" b="1" dirty="0" smtClean="0"/>
              <a:t>OFTEN INSUFFICIENT TO PRESENT A STUDENT’S FULL POTENTIAL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/>
              <a:t>OVERVIEW</a:t>
            </a:r>
            <a:endParaRPr sz="425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79347" y="1622258"/>
            <a:ext cx="11125200" cy="2492990"/>
          </a:xfrm>
        </p:spPr>
        <p:txBody>
          <a:bodyPr/>
          <a:lstStyle/>
          <a:p>
            <a:r>
              <a:rPr lang="en-US" b="1" dirty="0" smtClean="0"/>
              <a:t>1.Heading: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“Projects”.</a:t>
            </a:r>
          </a:p>
          <a:p>
            <a:endParaRPr lang="en-US" b="1" dirty="0"/>
          </a:p>
          <a:p>
            <a:r>
              <a:rPr lang="en-US" b="1" dirty="0" smtClean="0"/>
              <a:t>2.For each projects includes:</a:t>
            </a:r>
          </a:p>
          <a:p>
            <a:r>
              <a:rPr lang="en-US" b="1" dirty="0" smtClean="0"/>
              <a:t>Project tittle-name of the project </a:t>
            </a:r>
          </a:p>
          <a:p>
            <a:r>
              <a:rPr lang="en-US" b="1" dirty="0" smtClean="0"/>
              <a:t>Duration-time period</a:t>
            </a:r>
          </a:p>
          <a:p>
            <a:r>
              <a:rPr lang="en-US" b="1" dirty="0" smtClean="0"/>
              <a:t>Description-3-4 lines about the projects goal and what it does .</a:t>
            </a:r>
          </a:p>
          <a:p>
            <a:r>
              <a:rPr lang="en-US" b="1" dirty="0" smtClean="0"/>
              <a:t>Technologies used-list programming </a:t>
            </a:r>
            <a:r>
              <a:rPr lang="en-US" b="1" dirty="0" err="1" smtClean="0"/>
              <a:t>languages,frameworks,or</a:t>
            </a:r>
            <a:r>
              <a:rPr lang="en-US" b="1" dirty="0" smtClean="0"/>
              <a:t> tools</a:t>
            </a:r>
          </a:p>
          <a:p>
            <a:r>
              <a:rPr lang="en-US" b="1" dirty="0" smtClean="0"/>
              <a:t>Role/contribution-what part you worked on front-end</a:t>
            </a:r>
            <a:r>
              <a:rPr lang="en-US" dirty="0" smtClean="0"/>
              <a:t> </a:t>
            </a:r>
            <a:r>
              <a:rPr lang="en-US" b="1" dirty="0" smtClean="0"/>
              <a:t>design.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S?</a:t>
            </a:r>
            <a:endParaRPr sz="320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535758" y="1569130"/>
            <a:ext cx="10972800" cy="1107996"/>
          </a:xfrm>
        </p:spPr>
        <p:txBody>
          <a:bodyPr/>
          <a:lstStyle/>
          <a:p>
            <a:r>
              <a:rPr lang="en-US" b="1" dirty="0" smtClean="0"/>
              <a:t>1.RECRUITERS/EMPLOYERS</a:t>
            </a:r>
          </a:p>
          <a:p>
            <a:r>
              <a:rPr lang="en-US" b="1" dirty="0" smtClean="0"/>
              <a:t>2.COLLEGE FACULTY/PROFESSORS</a:t>
            </a:r>
          </a:p>
          <a:p>
            <a:r>
              <a:rPr lang="en-US" b="1" dirty="0" smtClean="0"/>
              <a:t>3.PEERS/CLASMSATES/MENTORS</a:t>
            </a:r>
          </a:p>
          <a:p>
            <a:r>
              <a:rPr lang="en-US" b="1" dirty="0" smtClean="0"/>
              <a:t>4.YOURSELF(AS A CREATER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spc="10" dirty="0"/>
              <a:t>TOOLS AND TECHNIQUES</a:t>
            </a:r>
            <a:endParaRPr sz="36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3046988"/>
          </a:xfrm>
        </p:spPr>
        <p:txBody>
          <a:bodyPr/>
          <a:lstStyle/>
          <a:p>
            <a:r>
              <a:rPr lang="en-US" b="1" dirty="0" smtClean="0"/>
              <a:t>                                   TOOLS: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                         PROGRAMMING LANGUAGES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                         WEB TECHNOLOGIES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                         DATABASES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                          DESIGN TOOLS</a:t>
            </a:r>
          </a:p>
          <a:p>
            <a:endParaRPr lang="en-US" b="1" dirty="0"/>
          </a:p>
          <a:p>
            <a:r>
              <a:rPr lang="en-US" b="1" dirty="0" smtClean="0"/>
              <a:t>                                  TECHNIQUES: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                          PROBLEM SOLVING &amp; DEBUGGING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                          RESPONSIVE WEB DESIGNS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                          DATA STRUCTURES &amp;ALGORITHMS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                          OBJECT ORIENTED PROGRAMMING </a:t>
            </a:r>
            <a:endParaRPr lang="en-US" b="1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PORTFOLIO DESIGN AND LAYOUT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600200"/>
            <a:ext cx="3048000" cy="2438400"/>
          </a:xfrm>
        </p:spPr>
        <p:txBody>
          <a:bodyPr/>
          <a:lstStyle/>
          <a:p>
            <a:r>
              <a:rPr lang="en-US" b="1" dirty="0" smtClean="0"/>
              <a:t>1.HEADER AND NAVIGATION</a:t>
            </a:r>
          </a:p>
          <a:p>
            <a:r>
              <a:rPr lang="en-US" b="1" dirty="0" smtClean="0"/>
              <a:t>2.INTRODUCTION SECTION</a:t>
            </a:r>
          </a:p>
          <a:p>
            <a:r>
              <a:rPr lang="en-US" b="1" dirty="0" smtClean="0"/>
              <a:t>3.ABOUT SECTION</a:t>
            </a:r>
          </a:p>
          <a:p>
            <a:r>
              <a:rPr lang="en-US" b="1" dirty="0" smtClean="0"/>
              <a:t>4.SKILLS SECTION</a:t>
            </a:r>
          </a:p>
          <a:p>
            <a:r>
              <a:rPr lang="en-US" b="1" dirty="0" smtClean="0"/>
              <a:t>5.PROJECTS SECTION</a:t>
            </a:r>
          </a:p>
          <a:p>
            <a:r>
              <a:rPr lang="en-US" b="1" dirty="0" smtClean="0"/>
              <a:t>6.CONTENT SECTION</a:t>
            </a:r>
          </a:p>
          <a:p>
            <a:r>
              <a:rPr lang="en-US" b="1" dirty="0" smtClean="0"/>
              <a:t>7.FOOTER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82841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AND FUNCTIONALITY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828800"/>
            <a:ext cx="8610600" cy="3352800"/>
          </a:xfrm>
        </p:spPr>
        <p:txBody>
          <a:bodyPr/>
          <a:lstStyle/>
          <a:p>
            <a:r>
              <a:rPr lang="en-US" b="1" dirty="0" smtClean="0"/>
              <a:t>1USER-FRIENDLY NAVIGATION</a:t>
            </a:r>
          </a:p>
          <a:p>
            <a:r>
              <a:rPr lang="en-US" b="1" dirty="0" smtClean="0"/>
              <a:t>2.RESPONSIVE DESIGN</a:t>
            </a:r>
          </a:p>
          <a:p>
            <a:r>
              <a:rPr lang="en-US" b="1" dirty="0" smtClean="0"/>
              <a:t>3.ABOUT SECTION</a:t>
            </a:r>
          </a:p>
          <a:p>
            <a:r>
              <a:rPr lang="en-US" b="1" dirty="0" smtClean="0"/>
              <a:t>4.SKILLS SHOWCASE</a:t>
            </a:r>
          </a:p>
          <a:p>
            <a:r>
              <a:rPr lang="en-US" b="1" dirty="0" smtClean="0"/>
              <a:t>5.PROJECTS DISPLAY</a:t>
            </a:r>
          </a:p>
          <a:p>
            <a:r>
              <a:rPr lang="en-US" b="1" dirty="0" smtClean="0"/>
              <a:t>6.CONTACT INFORMATION</a:t>
            </a:r>
          </a:p>
          <a:p>
            <a:r>
              <a:rPr lang="en-US" b="1" dirty="0" smtClean="0"/>
              <a:t>7.DOWNLOADABLE RESUME OPTION</a:t>
            </a:r>
          </a:p>
          <a:p>
            <a:r>
              <a:rPr lang="en-US" b="1" dirty="0" smtClean="0"/>
              <a:t>8.VISHUAL APPEAL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spc="15" dirty="0"/>
              <a:t>RESULTS AND SCREENSHOTS</a:t>
            </a:r>
            <a:endParaRPr sz="4250" dirty="0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9CEB2-36E1-0550-426B-2FAF97882044}"/>
              </a:ext>
            </a:extLst>
          </p:cNvPr>
          <p:cNvSpPr txBox="1"/>
          <p:nvPr/>
        </p:nvSpPr>
        <p:spPr>
          <a:xfrm>
            <a:off x="2743200" y="2354703"/>
            <a:ext cx="8534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069" y="2019301"/>
            <a:ext cx="5193428" cy="3467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599" y="385444"/>
            <a:ext cx="2286001" cy="605156"/>
          </a:xfrm>
        </p:spPr>
        <p:txBody>
          <a:bodyPr/>
          <a:lstStyle/>
          <a:p>
            <a:r>
              <a:rPr lang="en-US" dirty="0" smtClean="0"/>
              <a:t>GITHUB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https://github.com/yuvarani789/Yuvarani-TNSDC-FWD-DP</a:t>
            </a:r>
            <a:endParaRPr lang="en-US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3920865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5638800" cy="553998"/>
          </a:xfrm>
        </p:spPr>
        <p:txBody>
          <a:bodyPr/>
          <a:lstStyle/>
          <a:p>
            <a:r>
              <a:rPr lang="en-US" b="1" dirty="0" smtClean="0"/>
              <a:t>A STUDENT PORTFOLIO IS AN EFFECTIVE WAY TO SHOWCASE ACADEMIC AND TECHNICAL ACHEIVEMENTS</a:t>
            </a:r>
            <a:endParaRPr lang="en-US" b="1" dirty="0"/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12</a:t>
            </a:fld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535</TotalTime>
  <Words>267</Words>
  <Application>Microsoft Office PowerPoint</Application>
  <PresentationFormat>Widescreen</PresentationFormat>
  <Paragraphs>85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Roboto</vt:lpstr>
      <vt:lpstr>Times New Roman</vt:lpstr>
      <vt:lpstr>Trebuchet MS</vt:lpstr>
      <vt:lpstr>Office Theme</vt:lpstr>
      <vt:lpstr>Student Portfolio  </vt:lpstr>
      <vt:lpstr>PROJECT TITLE</vt:lpstr>
      <vt:lpstr>AGENDA</vt:lpstr>
      <vt:lpstr>PROBLEM STATEMENT</vt:lpstr>
      <vt:lpstr>PROJECT OVERVIEW</vt:lpstr>
      <vt:lpstr>WHO ARE THE END USERS?</vt:lpstr>
      <vt:lpstr>TOOLS AND TECHNIQUES</vt:lpstr>
      <vt:lpstr>PORTFOLIO DESIGN AND LAYOUT</vt:lpstr>
      <vt:lpstr>FEATURES AND FUNCTIONALITY</vt:lpstr>
      <vt:lpstr>RESULTS AND SCREENSHOTS</vt:lpstr>
      <vt:lpstr>GITHUB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</dc:title>
  <dc:creator>Konduru Narasimha</dc:creator>
  <cp:lastModifiedBy>Windows User</cp:lastModifiedBy>
  <cp:revision>40</cp:revision>
  <dcterms:created xsi:type="dcterms:W3CDTF">2024-03-29T15:07:22Z</dcterms:created>
  <dcterms:modified xsi:type="dcterms:W3CDTF">2025-08-31T05:06:30Z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